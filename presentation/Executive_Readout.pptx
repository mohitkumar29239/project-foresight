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FORESIGHT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&amp; Inventory Intelligence — Executive Readout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NorthBay Living  |  Head of Operations &amp; Finance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Mohit Kumar  •  Zidio Development Internship  •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2F5F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Best-selling products run out, costing lost sales that can never be recovered.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2F5FB"/>
          </a:solidFill>
          <a:ln/>
        </p:spPr>
      </p:sp>
      <p:sp>
        <p:nvSpPr>
          <p:cNvPr id="7" name="Text 5"/>
          <p:cNvSpPr/>
          <p:nvPr/>
        </p:nvSpPr>
        <p:spPr>
          <a:xfrm>
            <a:off x="4526280" y="1691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Overstock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26280" y="22402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movers pile up, locking up cash that later gets marked down at a loss.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2F5FB"/>
          </a:solidFill>
          <a:ln/>
        </p:spPr>
      </p:sp>
      <p:sp>
        <p:nvSpPr>
          <p:cNvPr id="10" name="Text 8"/>
          <p:cNvSpPr/>
          <p:nvPr/>
        </p:nvSpPr>
        <p:spPr>
          <a:xfrm>
            <a:off x="8275320" y="1691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Forecasting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75320" y="22402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today is planned on gut feel and spreadsheets — not data.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754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"Even a modest improvement in stocking accuracy frees working capital and protects revenue."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34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Unify Data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20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Demand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26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806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029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Stock Risk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092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315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Impact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98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78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0378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01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Dashboard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compared against a transparent baseline on a fair backtest before it is trusted.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Accuracy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honestly against a transparent baseline — WAPE (lower is better)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7358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53.17%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WAPE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 Test)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Damped-trend exponential smoothing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73581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53.17%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480560" y="2788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Model WAPE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 Test)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0560" y="33832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retained — ML did not clear the improvement bar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64592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7358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229600" y="2788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Production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final-test WAPE was 59.34% (worse) — baseline retained per the locked decision rule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ML model was developed and fairly tested but did not beat the baseline on unseen data (WAPE 59.34% vs 53.17%) — the baseline was retained, per the engagement’s non-negotiable rule.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Business Impact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874520"/>
            <a:ext cx="320040" cy="3200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Now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1488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stockout risk — replenish before running out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8E44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74520"/>
            <a:ext cx="320040" cy="320040"/>
          </a:xfrm>
          <a:prstGeom prst="ellipse">
            <a:avLst/>
          </a:prstGeom>
          <a:solidFill>
            <a:srgbClr val="8E44AD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Clear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21488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overstock — promote or discount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D6891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611880"/>
            <a:ext cx="320040" cy="320040"/>
          </a:xfrm>
          <a:prstGeom prst="ellipse">
            <a:avLst/>
          </a:prstGeom>
          <a:solidFill>
            <a:srgbClr val="D6891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429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/ Volatile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8862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on both — demand is erratic, review manually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32918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611880"/>
            <a:ext cx="320040" cy="3200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429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8862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 needed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of 300 series flagged for Markdown/Clear (0 for Reorder Now) — estimated value at stake: ₹2,013 (estimate; simulated inventory produced no stockout scenarios in this run)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&amp; Deployment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37160" cy="109728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Dashboard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— filter by category/SKU, view forecast vs actual, prioritized reorder/markdown list.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37160" cy="109728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Service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endpoint returning forecast + risk for any SKU or a batch, on a public URL.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137160" cy="109728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Pipeline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709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re-runs the full pipeline from raw data to final dashboard.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URL: [add after deployment]        Scoring Service URL: [add after deployment]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priorities from the current risk scan — see the full prioritized list in the dashboard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clear (19 series): FOODS_1_004 is overstocked across nearly every store — CA_1, WI_1, WI_3, CA_3, TX_2 and more. This looks like a single product issue, not random noise — worth a manual pricing/promo review.
</a:t>
            </a:r>
            <a:pPr indent="0" marL="0">
              <a:lnSpc>
                <a:spcPct val="160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now: none flagged in this run.
</a:t>
            </a:r>
            <a:pPr indent="0" marL="0">
              <a:lnSpc>
                <a:spcPct val="160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(281 series): no action needed — the large majority of the catalogue is well-balanced.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rupee and unit figure above is an estimate — inventory position and unit cost are simulated for this engagement, documented in docs/assumptions_limitations.md.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know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Inventory position and unit cost are simulated, not live client data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Forecast accuracy is honestly reported, including where the model degrades on unseen data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Sparse-history SKUs fall back to category-level patterns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309360" y="192024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 to live sales and inventory feeds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Monitor forecast drift monthly and retrain as needed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risk scoring with a what-if control for lead-time changes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2026-08-20T04:43:58Z</dcterms:created>
  <dcterms:modified xsi:type="dcterms:W3CDTF">2026-08-20T04:43:58Z</dcterms:modified>
</cp:coreProperties>
</file>