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1092" y="-23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479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-foresight-bm7qjlc2xqqzf96oghyl6r.streamlit.app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roject-foresight-api-flsj.onrender.com/docs#/combined/get_combined_score_score__sku_id__get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FORESIGHT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&amp; Inventory Intelligence — Executive Readout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NorthBay Living  |  Head of Operations &amp; Finance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Mohit Kumar  •  Zidio Development Internship  •  August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2F5FB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Best-selling products run out, costing lost sales that can never be recovered.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2F5FB"/>
          </a:solidFill>
          <a:ln/>
        </p:spPr>
      </p:sp>
      <p:sp>
        <p:nvSpPr>
          <p:cNvPr id="7" name="Text 5"/>
          <p:cNvSpPr/>
          <p:nvPr/>
        </p:nvSpPr>
        <p:spPr>
          <a:xfrm>
            <a:off x="4526280" y="1691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Overstock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26280" y="22402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movers pile up, locking up cash that later gets marked down at a loss.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383280" cy="2926080"/>
          </a:xfrm>
          <a:prstGeom prst="roundRect">
            <a:avLst>
              <a:gd name="adj" fmla="val 3125"/>
            </a:avLst>
          </a:prstGeom>
          <a:solidFill>
            <a:srgbClr val="F2F5FB"/>
          </a:solidFill>
          <a:ln/>
        </p:spPr>
      </p:sp>
      <p:sp>
        <p:nvSpPr>
          <p:cNvPr id="10" name="Text 8"/>
          <p:cNvSpPr/>
          <p:nvPr/>
        </p:nvSpPr>
        <p:spPr>
          <a:xfrm>
            <a:off x="8275320" y="16916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Forecasting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275320" y="2240280"/>
            <a:ext cx="29260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today is planned on gut feel and spreadsheets — not data.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754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"Even a modest improvement in stocking accuracy frees working capital and protects revenue."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Approach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34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Unify Data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520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520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Demand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26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06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5806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029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Stock Risk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92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092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315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Impact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98280" y="2286000"/>
            <a:ext cx="50292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78440" y="182880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10378440" y="18288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01200" y="288036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Dashboard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compared against a transparent baseline on a fair backtest before it is trusted.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Accuracy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honestly against a transparent baseline — WAPE (lower is better)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7358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53.17%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WAPE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 Test)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Damped-trend exponential smoothing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73581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53.17%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480560" y="2788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Model WAPE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 Test)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0560" y="33832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retained — ML did not clear the improvement bar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64592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7358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229600" y="27889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Production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0" y="33832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final-test WAPE was 59.34% (worse) — baseline retained per the locked decision rule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ML model was developed and fairly tested but did not beat the baseline on unseen data (WAPE 59.34% vs 53.17%) — the baseline was retained, per the engagement’s non-negotiable rule.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Business Impact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874520"/>
            <a:ext cx="320040" cy="32004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Now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1488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stockout risk — replenish before running out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8E44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0" y="1874520"/>
            <a:ext cx="320040" cy="320040"/>
          </a:xfrm>
          <a:prstGeom prst="ellipse">
            <a:avLst/>
          </a:prstGeom>
          <a:solidFill>
            <a:srgbClr val="8E44AD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691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Clear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21488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overstock — promote or discount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D6891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611880"/>
            <a:ext cx="320040" cy="320040"/>
          </a:xfrm>
          <a:prstGeom prst="ellipse">
            <a:avLst/>
          </a:prstGeom>
          <a:solidFill>
            <a:srgbClr val="D6891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429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/ Volatile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8862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on both — demand is erratic, review manually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3291840"/>
            <a:ext cx="5303520" cy="1463040"/>
          </a:xfrm>
          <a:prstGeom prst="roundRect">
            <a:avLst>
              <a:gd name="adj" fmla="val 5000"/>
            </a:avLst>
          </a:prstGeom>
          <a:solidFill>
            <a:srgbClr val="F7F8FC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611880"/>
            <a:ext cx="320040" cy="32004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34290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8862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 needed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of 300 series flagged for Markdown/Clear (0 for Reorder Now) — estimated value at stake: ₹2,013 (estimate; simulated inventory produced no stockout scenarios in this run)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&amp; Deployment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37160" cy="109728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Dashboard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 — filter by category/SKU, view forecast vs actual, prioritized reorder/markdown list.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137160" cy="109728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Service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337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endpoint returning forecast + risk for any SKU or a batch, on a public URL.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4297680"/>
            <a:ext cx="137160" cy="109728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Pipeline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709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re-runs the full pipeline from raw data to final dashboard.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URL: </a:t>
            </a:r>
            <a:r>
              <a:rPr lang="en-US" sz="1400" dirty="0">
                <a:hlinkClick r:id="rId3"/>
              </a:rPr>
              <a:t>Project FORESIGHT — </a:t>
            </a:r>
            <a:r>
              <a:rPr lang="en-US" sz="1400" dirty="0" err="1">
                <a:hlinkClick r:id="rId3"/>
              </a:rPr>
              <a:t>NorthBay</a:t>
            </a:r>
            <a:r>
              <a:rPr lang="en-US" sz="1400" dirty="0">
                <a:hlinkClick r:id="rId3"/>
              </a:rPr>
              <a:t> Living · </a:t>
            </a:r>
            <a:r>
              <a:rPr lang="en-US" sz="1400" dirty="0" err="1">
                <a:hlinkClick r:id="rId3"/>
              </a:rPr>
              <a:t>Streamlit</a:t>
            </a: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Scoring Service URL: </a:t>
            </a:r>
            <a:r>
              <a:rPr lang="en-US" sz="1400" dirty="0">
                <a:hlinkClick r:id="rId4"/>
              </a:rPr>
              <a:t>Project FORESIGHT Scoring Service - Swagger UI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Actions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priorities from the current risk scan — see the full prioritized list in the dashboard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/ clear (19 series): FOODS_1_004 is overstocked across nearly every store — CA_1, WI_1, WI_3, CA_3, TX_2 and more. This looks like a single product issue, not random noise — worth a manual pricing/promo review.
</a:t>
            </a: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now: none flagged in this run.
</a:t>
            </a: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(281 series): no action needed — the large majority of the catalogue is well-balanced.
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5120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rupee and unit figure above is an estimate — inventory position and unit cost are simulated for this engagement, documented in docs/assumptions_limitations.md.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know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Inventory position and unit cost are simulated, not live client data
• Forecast accuracy is honestly reported, including where the model degrades on unseen data
• Sparse-history SKUs fall back to category-level patterns
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309360" y="192024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 to live sales and inventory feeds
• Monitor forecast drift monthly and retrain as needed
• Extend risk scoring with a what-if control for lead-time changes
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624</Words>
  <Application>Microsoft Office PowerPoint</Application>
  <PresentationFormat>Widescreen</PresentationFormat>
  <Paragraphs>75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Nikhil yadav</cp:lastModifiedBy>
  <cp:revision>5</cp:revision>
  <dcterms:created xsi:type="dcterms:W3CDTF">2026-08-20T04:43:58Z</dcterms:created>
  <dcterms:modified xsi:type="dcterms:W3CDTF">2026-08-20T13:09:41Z</dcterms:modified>
</cp:coreProperties>
</file>