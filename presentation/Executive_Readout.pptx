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0" y="-2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791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-foresight-bm7qjlc2xqqzf96oghyl6r.streamlit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roject-foresight-api-flsj.onrender.com/docs#/combined/get_combined_score_score__sku_id__get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FORESIGHT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Inventory Intelligence — Executive Readout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NorthBay Living  |  Head of Operations &amp; Finance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Kumar  •  Zidio Development Internship  •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2F5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products run out, costing lost sales that can never be recovered.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2F5FB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26280" y="22402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movers pile up, locking up cash that later gets marked down at a loss.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2F5FB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Forecasting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75320" y="224028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today is planned on gut feel and spreadsheets — not data.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"Even a modest improvement in stocking accuracy frees working capital and protects revenue."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18288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Unify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2286000"/>
            <a:ext cx="5029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8288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2286000"/>
            <a:ext cx="5029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8288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Stock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2286000"/>
            <a:ext cx="5029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8288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Impact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98280" y="2286000"/>
            <a:ext cx="5029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78440" y="18288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01200" y="2880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compared against a transparent baseline on a fair backtest before it is trusted.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Accuracy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honestly against a transparent baseline — WAPE (lower is better)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2735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WAPE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 Test)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Damped-trend exponential smoothing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273581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874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53.17%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80560" y="2788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WAPE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 Test)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retained — ML did not clear the improvement bar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2735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874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0" y="2788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Production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final-test WAPE was 59.34% (worse) — baseline retained per the locked decision rule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model was developed and fairly tested but did not beat the baseline on unseen data (WAPE 59.34% vs 53.17%) — the baseline was retained, per the engagement’s non-negotiable rule.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Business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7452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691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Now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1488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stockout risk — replenish before running 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874520"/>
            <a:ext cx="320040" cy="3200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691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Clear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21488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overstock — promote or discount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9050">
            <a:solidFill>
              <a:srgbClr val="D689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611880"/>
            <a:ext cx="320040" cy="320040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/ Volatile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8862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 both — demand is erratic, review manually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2918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61188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38862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of 300 series flagged for Markdown/Clear (0 for Reorder Now) — estimated value at stake: ₹2,013 (estimate; simulated inventory produced no stockout scenarios in this run)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37160" cy="10972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filter by category/SKU, view forecast vs actual, prioritized reorder/markdown list.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37160" cy="10972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Service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 returning forecast + risk for any SKU or a batch, on a public URL.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37160" cy="109728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re-runs the full pipeline from raw data to final dashboard.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URL: </a:t>
            </a:r>
            <a:r>
              <a:rPr lang="en-US" sz="1400" dirty="0">
                <a:hlinkClick r:id="rId3"/>
              </a:rPr>
              <a:t>Project FORESIGHT — </a:t>
            </a:r>
            <a:r>
              <a:rPr lang="en-US" sz="1400" dirty="0" err="1">
                <a:hlinkClick r:id="rId3"/>
              </a:rPr>
              <a:t>NorthBay</a:t>
            </a:r>
            <a:r>
              <a:rPr lang="en-US" sz="1400" dirty="0">
                <a:hlinkClick r:id="rId3"/>
              </a:rPr>
              <a:t> Living · </a:t>
            </a:r>
            <a:r>
              <a:rPr lang="en-US" sz="1400" dirty="0" err="1">
                <a:hlinkClick r:id="rId3"/>
              </a:rPr>
              <a:t>Streamlit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Scoring Service URL: </a:t>
            </a:r>
            <a:r>
              <a:rPr lang="en-US" sz="1400" dirty="0">
                <a:hlinkClick r:id="rId4"/>
              </a:rPr>
              <a:t>Project FORESIGHT Scoring Service - Swagger UI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744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priorities from the current risk scan — see the full prioritized list in the dashboard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clear (19 series): FOODS_1_004 is overstocked across nearly every store — CA_1, WI_1, WI_3, CA_3, TX_2 and more. This looks like a single product issue, not random noise — worth a manual pricing/promo review.
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now: none flagged in this run.
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(281 series): no action needed — the large majority of the catalogue is well-balanced.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and unit figure above is an estimate — inventory position and unit cost are simulated for this engagement, documented in docs/assumptions_limitations.md.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position and unit cost are simulated, not live client data
• Forecast accuracy is honestly reported, including where the model degrades on unseen data
• Sparse-history SKUs fall back to category-level patterns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to live sales and inventory feeds
• Monitor forecast drift monthly and retrain as needed
• Extend risk scoring with a what-if control for lead-time changes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624</Words>
  <Application>Microsoft Office PowerPoint</Application>
  <PresentationFormat>Widescreen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yadav</cp:lastModifiedBy>
  <cp:revision>6</cp:revision>
  <dcterms:created xsi:type="dcterms:W3CDTF">2026-08-20T04:43:58Z</dcterms:created>
  <dcterms:modified xsi:type="dcterms:W3CDTF">2026-08-21T11:30:49Z</dcterms:modified>
</cp:coreProperties>
</file>